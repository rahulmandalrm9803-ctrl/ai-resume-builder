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Level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Python</c:v>
                  </c:pt>
                  <c:pt idx="1">
                    <c:v>ML</c:v>
                  </c:pt>
                  <c:pt idx="2">
                    <c:v>Docker</c:v>
                  </c:pt>
                  <c:pt idx="3">
                    <c:v>AWS</c:v>
                  </c:pt>
                  <c:pt idx="4">
                    <c:v>React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60</c:v>
                </c:pt>
                <c:pt idx="2">
                  <c:v>40</c:v>
                </c:pt>
                <c:pt idx="3">
                  <c:v>30</c:v>
                </c:pt>
                <c:pt idx="4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Python</c:v>
                  </c:pt>
                  <c:pt idx="1">
                    <c:v>ML</c:v>
                  </c:pt>
                  <c:pt idx="2">
                    <c:v>Docker</c:v>
                  </c:pt>
                  <c:pt idx="3">
                    <c:v>AWS</c:v>
                  </c:pt>
                  <c:pt idx="4">
                    <c:v>React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90</c:v>
                </c:pt>
                <c:pt idx="2">
                  <c:v>80</c:v>
                </c:pt>
                <c:pt idx="3">
                  <c:v>70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754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4B8A6"/>
                </a:solidFill>
              </a:rPr>
              <a:t>GENERATIVE AI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Builder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Skill Recommendation System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Career Journeys with Generative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Rahul Kumar Mandal  •  Ayush Rana  •  Rajesh  •  Rudra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0"/>
            <a:ext cx="1828800" cy="1828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11480" y="3840480"/>
            <a:ext cx="8321040" cy="457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9776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Group Project  •  Python + Streamlit + LLM  •  Generative AI Course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6187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Resumes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3774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craft the same resume for every role — no AI tailoring, no keyword optimization, low ATS pass rate.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05840"/>
            <a:ext cx="27432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61872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Gap Blindness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3774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don't know which skills are in demand or how they compare to job requirements in real-time.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0058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005840"/>
            <a:ext cx="2743200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6187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19019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Job Market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237744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bridges resume creation, personalized skill advice, and career roadmap into one cohesive workflow.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75% of resumes are rejected by ATS before a human even reads them — our system fixes this with AI.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7276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5179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resume generation from user profile input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031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048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skill gap analysis vs job description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63347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578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course &amp; certification recommendations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163824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simulation &amp; keyword optimization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694176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3639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GUI with PDF export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663440" y="1005840"/>
            <a:ext cx="42062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80060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4828032" y="1572768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828032" y="1554480"/>
            <a:ext cx="246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5166360" y="1527048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LLM for real-world NLP generation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828032" y="2093976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28032" y="2075688"/>
            <a:ext cx="246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166360" y="2048256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clean Streamlit-based GUI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828032" y="2615184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28032" y="2596896"/>
            <a:ext cx="246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3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5166360" y="256946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deep learning model integration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828032" y="3136392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28032" y="3118104"/>
            <a:ext cx="246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4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166360" y="3090672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career intelligence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28032" y="3657600"/>
            <a:ext cx="246888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28032" y="3639312"/>
            <a:ext cx="246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166360" y="3611880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deployable, end-to-end system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0584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1600200"/>
            <a:ext cx="566928" cy="5669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0624" y="230428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30428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GUI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0624" y="280720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" y="280720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Forms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0624" y="331012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331012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&amp; Download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0624" y="381304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" y="381304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0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265176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00400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AI/BACKEND LAYER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600200"/>
            <a:ext cx="566928" cy="56692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364992" y="230428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364992" y="230428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/ Hugging Face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364992" y="280720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64992" y="280720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Extractor (NLP)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3364992" y="331012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364992" y="331012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Engine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364992" y="381304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364992" y="381304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0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651760"/>
            <a:ext cx="182880" cy="18288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144768" y="10058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144768" y="1005840"/>
            <a:ext cx="27432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236208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0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00200"/>
            <a:ext cx="566928" cy="56692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309360" y="230428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309360" y="230428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 DB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309360" y="280720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309360" y="280720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Dataset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309360" y="331012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6309360" y="331012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Taxonomy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309360" y="3813048"/>
            <a:ext cx="241401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309360" y="381304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 State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&amp; 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3931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GPT-3.5 Turbo via OpenAI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039112"/>
            <a:ext cx="3931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2951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/ LLaMA 2 (HuggingFace)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60904"/>
            <a:ext cx="3931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06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91693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for skill matching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82696"/>
            <a:ext cx="3931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28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5387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LoRA/QLoRA on resume-specific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987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417320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0060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039112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039112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660904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660904"/>
            <a:ext cx="73152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06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HuggingFace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82696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282696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328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0600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+ NLTK + Transformers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76288" y="1417320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76288" y="1417320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1463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13448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TensorFlow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76288" y="2039112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76288" y="2039112"/>
            <a:ext cx="73152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13448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013448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/ PyPDF2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76288" y="2660904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76288" y="2660904"/>
            <a:ext cx="73152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13448" y="27066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13448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76288" y="3282696"/>
            <a:ext cx="20574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3282696"/>
            <a:ext cx="73152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13448" y="3328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013448" y="3529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Google Colab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87552"/>
            <a:ext cx="91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502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Resume Generator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" y="190195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profile; LLM crafts a tailored, professional resume in seconds with proper formatting.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98755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987552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335024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Gap Analyzer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64992" y="190195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job description; the AI extracts required skills and maps your profile gaps instantly.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44768" y="98755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987552"/>
            <a:ext cx="9144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335024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2200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ATS Score Engine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309360" y="190195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Applicant Tracking Systems — gives score &amp; keyword suggestions to maximize visibility.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56032" y="29992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56032" y="2999232"/>
            <a:ext cx="91440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4670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33272" y="3227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Recommender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20624" y="39136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Coursera, Udemy, and free resources to bridge each identified skill gap.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29992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0" y="2999232"/>
            <a:ext cx="9144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346704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77640" y="3227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Career Chatbot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364992" y="39136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bot powered by GPT for interview prep, career advice, and resume refinement.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4768" y="29992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44768" y="2999232"/>
            <a:ext cx="914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346704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22008" y="32278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Export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09360" y="39136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beautifully formatted, ATS-optimized resume PDF directly from the Streamlit GUI.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 WORKFLOW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1572768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11556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skills, experience, education, job role target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87168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56816" y="1005840"/>
            <a:ext cx="1572768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23744" y="11155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23744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29968" y="1691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Job Description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29968" y="2240280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any JD from LinkedIn, Naukri, or any job board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487168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12464" y="1005840"/>
            <a:ext cx="1572768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79392" y="11155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79392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785616" y="1691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Generates Resume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85616" y="2240280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tailors content with optimal keywords &amp; formatting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2487168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68112" y="1005840"/>
            <a:ext cx="1572768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35040" y="1115568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3504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541264" y="1691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Gap Report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41264" y="2240280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 shows missing vs matching skills</a:t>
            </a:r>
            <a:endParaRPr lang="en-US" sz="9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487168"/>
            <a:ext cx="182880" cy="1828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223760" y="1005840"/>
            <a:ext cx="1572768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90688" y="111556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9068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296912" y="16916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Recommendations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296912" y="2240280"/>
            <a:ext cx="14264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courses, certifications &amp; career path advice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01168" y="4315968"/>
            <a:ext cx="8741664" cy="53035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01168" y="4315968"/>
            <a:ext cx="8741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All steps are handled through an interactive Streamlit web app — no terminal, no config — just click and go.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&amp; REAL-WORLD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87552"/>
            <a:ext cx="1993392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789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9184" y="157276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rejected by ATS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987552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87552"/>
            <a:ext cx="199339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10789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3x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23744" y="157276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resume creation with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45152" y="987552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987552"/>
            <a:ext cx="199339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0789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18304" y="157276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lack in-demand skills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39712" y="987552"/>
            <a:ext cx="19933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39712" y="987552"/>
            <a:ext cx="1993392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107899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12864" y="1572768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— works for any domain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2677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Us Different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56032" y="269748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34640"/>
            <a:ext cx="475488" cy="4754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47472" y="34015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Dual-Mode AI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47472" y="3813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API-based (GPT) AND custom fine-tuned model — satisfies any GPU or budget constraint.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450592" y="269748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834640"/>
            <a:ext cx="475488" cy="4754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542032" y="34015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2542032" y="3813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→ ATS Check → Skill Gap → Recommendations: one seamless, connected workflow.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45152" y="269748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834640"/>
            <a:ext cx="475488" cy="47548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36592" y="34015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Deployable Anywhere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736592" y="3813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Colab, deploys to Streamlit Cloud — zero infrastructure cost for demo.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839712" y="2697480"/>
            <a:ext cx="199339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834640"/>
            <a:ext cx="475488" cy="4754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31152" y="34015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Everyone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6931152" y="3813048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freshers, experienced professionals — adaptive prompting for every career stage.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STRUCTURE &amp;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4023360" cy="3794760"/>
          </a:xfrm>
          <a:prstGeom prst="rect">
            <a:avLst/>
          </a:prstGeom>
          <a:solidFill>
            <a:srgbClr val="1A1A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Project Repository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43560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ai-resume-builder/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70078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               # Streamlit GUI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resume_generator.py  # LLM calls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2311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skill_analyzer.py    # NLP engine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49631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recommender.py       # Course reco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7614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ats_scorer.py        # ATS logic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02666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              # Fine-tuned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32918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resume_lora/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55701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           # Colab demo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8221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                # Datasets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408736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435254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98755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Module Highlights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4315968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1417320"/>
            <a:ext cx="8229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46304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resume_generator.py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17099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GPT with user profile → streams resume text → formats into sections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4315968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2331720"/>
            <a:ext cx="82296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37744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skill_analyzer.py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6243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extracts skills from JD; cosine similarity with sentence-transformers finds gaps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3246120"/>
            <a:ext cx="4315968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3246120"/>
            <a:ext cx="82296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29184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ats_scorer.py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09160" y="35387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keyword matching against JD to compute ATS compatibility score (0–100)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4160520"/>
            <a:ext cx="4315968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4160520"/>
            <a:ext cx="82296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206240"/>
            <a:ext cx="4041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recommender.py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4453128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 over Coursera/Udemy dataset maps skill gaps to top-3 courses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LIVE DEMO PREVIEW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87552"/>
            <a:ext cx="39776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Resume Generator — Streamlit App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DOE | Software Engineer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john@email.com • LinkedIn • GitHub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SUMMARY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Results-driven software engineer with 3 years...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24688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274320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React • AWS • Docker • ML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301752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29184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@ TechCorp (2022–Present)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356616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SCORE: 87/100  ✅  High Match!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62272" y="987552"/>
            <a:ext cx="4425696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62272" y="987552"/>
            <a:ext cx="4425696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987552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Skill Gap Analysis Dashboard</a:t>
            </a:r>
            <a:endParaRPr lang="en-US" sz="8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0" y="1353312"/>
          <a:ext cx="42062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256032" y="39776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56032" y="3977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256032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ATS Score Achieved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55264" y="39776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255264" y="3977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15s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3255264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Generation Time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54496" y="3977640"/>
            <a:ext cx="2743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254496" y="3977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254496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Courses Recommended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 &amp;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2761488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87552"/>
            <a:ext cx="2761488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87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" y="155448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5448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scraping &amp; auto-import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" y="237744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3774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resume support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" y="320040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320040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via Whisper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987552"/>
            <a:ext cx="2761488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87552"/>
            <a:ext cx="276148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87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64992" y="155448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55448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 matching from Naukri/Indeed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4992" y="237744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3774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 per JD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64992" y="320040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20040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culture fit prediction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44768" y="987552"/>
            <a:ext cx="2761488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987552"/>
            <a:ext cx="2761488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987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155448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(Flutter + API backend)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237744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23774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HR tool version (B2B SaaS)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200400"/>
            <a:ext cx="2432304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320040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1-click apply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" y="4617720"/>
            <a:ext cx="8631936" cy="32004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61772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From a class project to a full product — the architecture is built to scale.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Resume Builder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Skill Recommendation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788920"/>
            <a:ext cx="521208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889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Answers — We're ready!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github.com/rahulmandalrm9803-ctrl/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AI-Resume-Builder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2148840"/>
            <a:ext cx="1024128" cy="10241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2648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• Streamlit • GPT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Cloud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26480" y="4709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slides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Builder &amp; Skill Recommendation System</dc:title>
  <dc:subject>PptxGenJS Presentation</dc:subject>
  <dc:creator>PptxGenJS</dc:creator>
  <cp:lastModifiedBy>PptxGenJS</cp:lastModifiedBy>
  <cp:revision>1</cp:revision>
  <dcterms:created xsi:type="dcterms:W3CDTF">2026-04-20T08:29:29Z</dcterms:created>
  <dcterms:modified xsi:type="dcterms:W3CDTF">2026-04-20T08:29:29Z</dcterms:modified>
</cp:coreProperties>
</file>